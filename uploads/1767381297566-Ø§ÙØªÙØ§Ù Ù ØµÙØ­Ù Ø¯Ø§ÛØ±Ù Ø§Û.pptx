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606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FCDE-007D-E19D-AB93-E3C0FBDC5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8936E-34C1-DCC8-B863-716E5D458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571E3-183B-4C3B-4D46-2620D5F4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F1E25-18AF-33DA-D13E-49E036A6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AC16C-CD80-36EA-733E-EEB40C55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1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ABC22-10E0-6CC4-6C8C-5D547DBCD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677E4-D73A-B754-3D29-74671B779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B1DF2-F32B-2802-A740-DB012DC6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57DF-224B-4CC8-49D3-7D94D476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21B04-EA24-F3EE-182B-957B396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1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C855-8BAD-95F9-A978-093563B4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D9C22-42B3-1A69-7052-3733E0771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A977D-7739-2536-53A5-EEFAE197F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80588-A512-6AF5-14E6-07483AA2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6FC63-FB72-FE7A-2A2C-3B7B717E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9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DEFC-EC38-3372-B353-DE9A5B7D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DF32F-E146-586E-4FDC-2E60B66AD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FCD79-FFB6-9584-9252-FD1DFF86E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8E20B-0DA2-BFF5-1753-59D3FA4B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86F9A-E2AB-D54F-41DD-5C4BA681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56FEF-7E5D-9672-456E-41326643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2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A159-E644-3265-8E06-F4C5A92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13DD8-609F-8F8A-04F7-396411BC2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004B5-0079-ED99-5EBC-723D991AD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AC77A-FA5C-3A58-4093-A855CBE56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09847-1D62-4945-6102-D9E18C38D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19208-4823-3153-7E7C-2A55CB0A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258F12-8357-2403-9E2E-6EDA4D96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B1FD4-0AA6-717A-85F9-BC92032E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4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3C5D-5A44-8C09-3585-FCF5809F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482AC-7821-8D26-B261-FF883232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01E4E-9564-67AD-2195-8AB33914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F17D4E-23B5-BC5A-8EF9-FCC12742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1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761E4-42DD-573C-F86E-4D70C0560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FB8CA-2C31-98F0-FB78-C4890000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F3C81-B4BA-E03B-819B-55FCC37F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D4E4-80B8-CEB3-648C-E1CFD006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ED832-04B9-81DC-C007-7CF4C9D4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131F6-34F2-20EF-22A4-9546C65D8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F0AD3-E406-EE7E-44A3-FBB30D75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CAE79-6CA5-3551-8D7D-9177D6E6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9B50C-3BFA-C187-B842-DB6E56DD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0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34F42-2CAA-2A95-F4D8-207EA54A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F36E44-FD0F-0840-9575-D75EBD773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189A5-1A24-5052-B66D-7D24A6EE7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373DB-46C4-8A61-8196-CC637279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74D72-2D30-FC63-6C00-8B3A924C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ED6E1-F4EB-8CC8-1C63-E8A85C46B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8453-1050-56B1-3CF5-135CDB92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EA45E-7878-CE48-BA5D-CEABB85A0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1A3E5-F519-D4FE-33EB-E25DDEC5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A6B5B-F3F4-8326-4A04-A0DBCA69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40357-E9A5-6C80-78E9-201022C0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3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A3D39-36A3-F869-B915-2345857DA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C25B0-AC5A-DCF9-BAFF-60D822762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96915-7A3D-A0EC-9D0C-5D405104C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EFA32-260B-3067-8488-6061200B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1E20B-36E0-0E1A-0913-7C5E90E2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9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E5DD4-8606-8AA3-95A3-9EE2293F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3F57E-72D2-0BD1-8DB2-86F2FBB33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B0C4F-3A2D-EAAD-747D-E132E2457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71F90-776E-452E-91C4-783A210A0B4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5CE36-A813-E938-0BF2-BF45810F8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8163C-D70A-29CD-11B2-163DA7269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FA0A6-8C47-40A3-A6FA-94BD71A03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9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B674-DCA2-AF3C-0F01-5873E976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7AEB29-D7ED-D6A4-33D9-AFC370DDB500}"/>
              </a:ext>
            </a:extLst>
          </p:cNvPr>
          <p:cNvSpPr/>
          <p:nvPr/>
        </p:nvSpPr>
        <p:spPr>
          <a:xfrm>
            <a:off x="-4421945" y="3429000"/>
            <a:ext cx="9794630" cy="979463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D2CAAC-A818-E878-8890-E1FFF22D5772}"/>
              </a:ext>
            </a:extLst>
          </p:cNvPr>
          <p:cNvSpPr/>
          <p:nvPr/>
        </p:nvSpPr>
        <p:spPr>
          <a:xfrm>
            <a:off x="-4800600" y="4155831"/>
            <a:ext cx="9601200" cy="9601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9B861A-C262-6537-50C0-1E6AE0247759}"/>
              </a:ext>
            </a:extLst>
          </p:cNvPr>
          <p:cNvSpPr/>
          <p:nvPr/>
        </p:nvSpPr>
        <p:spPr>
          <a:xfrm>
            <a:off x="-5179255" y="4689232"/>
            <a:ext cx="9601200" cy="9601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504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62007DA-B259-B495-B10E-228E8F6CD68E}"/>
              </a:ext>
            </a:extLst>
          </p:cNvPr>
          <p:cNvSpPr/>
          <p:nvPr/>
        </p:nvSpPr>
        <p:spPr>
          <a:xfrm>
            <a:off x="-4421946" y="-5781823"/>
            <a:ext cx="19005453" cy="1900545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C24496-50E8-F831-4E43-31D54DCC8F3E}"/>
              </a:ext>
            </a:extLst>
          </p:cNvPr>
          <p:cNvSpPr/>
          <p:nvPr/>
        </p:nvSpPr>
        <p:spPr>
          <a:xfrm>
            <a:off x="-4800600" y="4155831"/>
            <a:ext cx="9601200" cy="9601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49C878-4457-321E-8DBA-9193450E8A2B}"/>
              </a:ext>
            </a:extLst>
          </p:cNvPr>
          <p:cNvSpPr/>
          <p:nvPr/>
        </p:nvSpPr>
        <p:spPr>
          <a:xfrm>
            <a:off x="-5179255" y="4689232"/>
            <a:ext cx="9601200" cy="9601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457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0011-CD22-C5BB-3C0E-7AB64F5F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533159-A414-D7F4-EA6C-D6F8F32C1A94}"/>
              </a:ext>
            </a:extLst>
          </p:cNvPr>
          <p:cNvSpPr/>
          <p:nvPr/>
        </p:nvSpPr>
        <p:spPr>
          <a:xfrm>
            <a:off x="11216639" y="2424331"/>
            <a:ext cx="19005453" cy="1900545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922F39-1414-9FB4-4892-B0AB42CF18F9}"/>
              </a:ext>
            </a:extLst>
          </p:cNvPr>
          <p:cNvSpPr/>
          <p:nvPr/>
        </p:nvSpPr>
        <p:spPr>
          <a:xfrm>
            <a:off x="-4800600" y="-6260123"/>
            <a:ext cx="20017154" cy="2001715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BBB8F1-AB8D-FBA6-2E1C-FCE530A9D1B4}"/>
              </a:ext>
            </a:extLst>
          </p:cNvPr>
          <p:cNvSpPr/>
          <p:nvPr/>
        </p:nvSpPr>
        <p:spPr>
          <a:xfrm>
            <a:off x="-5179255" y="4689232"/>
            <a:ext cx="9601200" cy="9601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6664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591BC-29FB-4D97-CCC8-3EA3309E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4F0D71-5EB3-54A4-CE2D-F411D5BCC4E0}"/>
              </a:ext>
            </a:extLst>
          </p:cNvPr>
          <p:cNvSpPr/>
          <p:nvPr/>
        </p:nvSpPr>
        <p:spPr>
          <a:xfrm>
            <a:off x="11216639" y="2424331"/>
            <a:ext cx="19005453" cy="1900545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96C0EC-8A40-7E9C-FFBA-1C910D1FCD1F}"/>
              </a:ext>
            </a:extLst>
          </p:cNvPr>
          <p:cNvSpPr/>
          <p:nvPr/>
        </p:nvSpPr>
        <p:spPr>
          <a:xfrm>
            <a:off x="11025554" y="2977662"/>
            <a:ext cx="20017154" cy="2001715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C6B6A3-FF55-7D63-18C2-AD42A02541BA}"/>
              </a:ext>
            </a:extLst>
          </p:cNvPr>
          <p:cNvSpPr/>
          <p:nvPr/>
        </p:nvSpPr>
        <p:spPr>
          <a:xfrm>
            <a:off x="-5179256" y="-7652823"/>
            <a:ext cx="21943255" cy="219432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797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243C-4FD1-748C-F794-1CAF3796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68D0D8A-E781-5211-3E8E-9A0DB0D22753}"/>
              </a:ext>
            </a:extLst>
          </p:cNvPr>
          <p:cNvSpPr/>
          <p:nvPr/>
        </p:nvSpPr>
        <p:spPr>
          <a:xfrm>
            <a:off x="11216639" y="2424331"/>
            <a:ext cx="19005453" cy="1900545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A1F12F-476F-4F6A-0A3B-8C14C867FA01}"/>
              </a:ext>
            </a:extLst>
          </p:cNvPr>
          <p:cNvSpPr/>
          <p:nvPr/>
        </p:nvSpPr>
        <p:spPr>
          <a:xfrm>
            <a:off x="11025554" y="2977662"/>
            <a:ext cx="20017154" cy="2001715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D5EC0F-5E3F-D1A3-F833-620B49034CF7}"/>
              </a:ext>
            </a:extLst>
          </p:cNvPr>
          <p:cNvSpPr/>
          <p:nvPr/>
        </p:nvSpPr>
        <p:spPr>
          <a:xfrm>
            <a:off x="10062503" y="3695115"/>
            <a:ext cx="21943255" cy="219432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21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frmandh chiriki</dc:creator>
  <cp:lastModifiedBy>frmandh chiriki</cp:lastModifiedBy>
  <cp:revision>1</cp:revision>
  <dcterms:created xsi:type="dcterms:W3CDTF">2025-09-16T09:45:18Z</dcterms:created>
  <dcterms:modified xsi:type="dcterms:W3CDTF">2025-09-16T09:49:02Z</dcterms:modified>
</cp:coreProperties>
</file>