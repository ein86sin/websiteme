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A48F-7D56-1DEE-ECAE-B94735588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C04D4-102E-0561-C595-DCED4E007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251AD-68E3-F6B4-3F9C-7239CB49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F8FA-5E86-521F-5EAA-2D72B0DA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B37E-96E5-493F-A6DE-83B1DD81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03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739E-2A01-0DB9-C529-214414CD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E82F6-C101-6599-5D66-79C7FF220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D0722-E3FF-AF2B-87BB-C05A9D0D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A9D24-A1E2-60F6-16EF-FFB92F52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9A3BB-2583-EC0C-C4F7-FAC9A56C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8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C666-8C60-A5E2-62E0-464153E14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9071E-FEFC-EC73-C951-A931E1D5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C6EFC-B91A-C57A-5348-59D46693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22AE8-B1E3-42BC-4834-A5770EC9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F62C0-3853-26BB-9182-D1A3C4D3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1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D59A-688D-FAF9-0645-8B561642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C237-8539-F1FB-B360-0A0791C41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233C2-38AA-15ED-F00B-94F7253CC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68597-521C-B10D-D044-B46BCFAC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DFCD9-53C3-128B-5E22-25695C944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47999-F055-5131-06E8-33EC1D79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8CB5-9455-BB5D-0FD9-096A9FE65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C4DAB-7445-FE63-FD11-80581149E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473D7-3787-BDFC-1DC0-8722668CD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880E9-A0D9-0BE9-7A5B-F1BDE840A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A2B44A-72D1-E8A1-A8D5-95B28C10F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747910-BAED-F9EB-3DD3-B39EFD24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A30C60-10B0-EFB3-FFAB-96E80C73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63226-1263-8286-0DB1-514A3D8E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8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3078-1DE4-200E-FBB5-94F0FB7AB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483BE-1A94-E5A0-132A-C36C1579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E8FC0-7DE3-A489-1DE0-A5AE81424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62DE0-D9BF-44CD-E2F3-F34FE4FF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80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7D12BA-B7FA-5B5E-2EC1-944D86DE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0BAC2-F209-9E6B-E721-FF20DC15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826F7-2606-093A-D055-907A4922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16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23D6-8FFC-501C-A727-E59A03C17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A098F-47B9-AFF0-0F87-C1EEFEA9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5E19E-6359-13F1-75FD-B291E73B2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2C8FB-0AEB-7AD8-E350-6204D645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0CDC5-DA58-3030-DE9F-A299895B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F0A26-98DD-FCB8-E06A-0E3993C2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57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2573-AB92-6D69-5748-EE81E7AC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6C1D0B-EAC3-482D-455C-FD7788149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82215-FF59-8B5C-8A77-4FCC624D7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CB06F-0ACB-A660-912A-CE242492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18849-407A-1204-8B15-7F94B0B8C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7C786-6DCA-02FF-327A-364D42CA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8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BDAF-09E2-6F21-BCED-628C602CB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5EC6C-5909-7815-C6F9-C7895058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AFA8D-567D-EB39-2919-A2883BA0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3313C-AEF2-324C-86AC-AF10C173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4494E-1FB8-76ED-BE38-DD231F57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0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0CABA-33AB-2BF0-78CB-7A9799136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8BE0-6851-BCC3-0011-39E4B3B1A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770C3-C357-FF1F-38C4-06023407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F80AC-7CA9-9004-9BA7-C9881260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13305-749F-D0E8-02BE-918CC6CE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6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6D4D27-F7A6-320B-EB1D-ECDFA73A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DC0FA-16C5-C334-3F7C-AEE6139C8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CC52D-6012-7579-8709-E49683923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FB1B7-798A-48D7-A029-3B40D3538815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44FD7-54E1-AB2F-90A4-3EB354E14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EEAD0-6084-E49D-431A-F605E0F16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EECD8-1F74-4926-80C5-53C0060B1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6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C17B772-5F87-07EC-632E-A6C38E265095}"/>
              </a:ext>
            </a:extLst>
          </p:cNvPr>
          <p:cNvSpPr/>
          <p:nvPr/>
        </p:nvSpPr>
        <p:spPr>
          <a:xfrm>
            <a:off x="1317523" y="678426"/>
            <a:ext cx="9075174" cy="1012722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70F30-479F-B08C-5D8F-DCC354520744}"/>
              </a:ext>
            </a:extLst>
          </p:cNvPr>
          <p:cNvSpPr txBox="1"/>
          <p:nvPr/>
        </p:nvSpPr>
        <p:spPr>
          <a:xfrm>
            <a:off x="1769807" y="865239"/>
            <a:ext cx="1455174" cy="584775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15BE50-3C2B-16F3-C339-FFBE99D1702E}"/>
              </a:ext>
            </a:extLst>
          </p:cNvPr>
          <p:cNvSpPr txBox="1"/>
          <p:nvPr/>
        </p:nvSpPr>
        <p:spPr>
          <a:xfrm>
            <a:off x="4031225" y="865238"/>
            <a:ext cx="1651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FBD96-28ED-9BB6-7526-952FF2E83B65}"/>
              </a:ext>
            </a:extLst>
          </p:cNvPr>
          <p:cNvSpPr txBox="1"/>
          <p:nvPr/>
        </p:nvSpPr>
        <p:spPr>
          <a:xfrm>
            <a:off x="6066502" y="865238"/>
            <a:ext cx="1651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61516-0593-55AB-6BA3-62A9696C586A}"/>
              </a:ext>
            </a:extLst>
          </p:cNvPr>
          <p:cNvSpPr txBox="1"/>
          <p:nvPr/>
        </p:nvSpPr>
        <p:spPr>
          <a:xfrm>
            <a:off x="8264012" y="865237"/>
            <a:ext cx="1651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8245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BABD-FFD6-192E-EAB2-75669F1A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1DC2AE-B9F3-AFA7-69D4-E5178E22A98C}"/>
              </a:ext>
            </a:extLst>
          </p:cNvPr>
          <p:cNvSpPr/>
          <p:nvPr/>
        </p:nvSpPr>
        <p:spPr>
          <a:xfrm>
            <a:off x="1317523" y="678426"/>
            <a:ext cx="9075174" cy="1012722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5E28B-7D93-4878-B96F-3C5B98F42837}"/>
              </a:ext>
            </a:extLst>
          </p:cNvPr>
          <p:cNvSpPr txBox="1"/>
          <p:nvPr/>
        </p:nvSpPr>
        <p:spPr>
          <a:xfrm>
            <a:off x="1769807" y="865239"/>
            <a:ext cx="1455174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fa-IR" sz="3200" dirty="0"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07B6B-7E26-88E2-D813-2416699A984D}"/>
              </a:ext>
            </a:extLst>
          </p:cNvPr>
          <p:cNvSpPr txBox="1"/>
          <p:nvPr/>
        </p:nvSpPr>
        <p:spPr>
          <a:xfrm>
            <a:off x="4031225" y="865238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2E5D2D-CF96-EDD5-1CE0-71C67A9DE5FB}"/>
              </a:ext>
            </a:extLst>
          </p:cNvPr>
          <p:cNvSpPr txBox="1"/>
          <p:nvPr/>
        </p:nvSpPr>
        <p:spPr>
          <a:xfrm>
            <a:off x="6066502" y="865238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756C74-A343-2B14-FF05-FCF4E55707C8}"/>
              </a:ext>
            </a:extLst>
          </p:cNvPr>
          <p:cNvSpPr txBox="1"/>
          <p:nvPr/>
        </p:nvSpPr>
        <p:spPr>
          <a:xfrm>
            <a:off x="8264012" y="865237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2A19A1-8452-792B-94C6-5489D5F02635}"/>
              </a:ext>
            </a:extLst>
          </p:cNvPr>
          <p:cNvSpPr txBox="1"/>
          <p:nvPr/>
        </p:nvSpPr>
        <p:spPr>
          <a:xfrm>
            <a:off x="1563329" y="2310581"/>
            <a:ext cx="87408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/>
              <a:t>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857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1F9BE-9486-7A97-6A27-72A51A62E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46900B2-E61C-7C6A-7CFD-28D50CB6D11C}"/>
              </a:ext>
            </a:extLst>
          </p:cNvPr>
          <p:cNvSpPr/>
          <p:nvPr/>
        </p:nvSpPr>
        <p:spPr>
          <a:xfrm>
            <a:off x="1317523" y="678426"/>
            <a:ext cx="9075174" cy="1012722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70CB4-8156-41CD-279E-10FE99FB645F}"/>
              </a:ext>
            </a:extLst>
          </p:cNvPr>
          <p:cNvSpPr txBox="1"/>
          <p:nvPr/>
        </p:nvSpPr>
        <p:spPr>
          <a:xfrm>
            <a:off x="1769807" y="865239"/>
            <a:ext cx="1455174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95A6C-DC0A-AEE6-8526-80D3A30EA153}"/>
              </a:ext>
            </a:extLst>
          </p:cNvPr>
          <p:cNvSpPr txBox="1"/>
          <p:nvPr/>
        </p:nvSpPr>
        <p:spPr>
          <a:xfrm>
            <a:off x="4031225" y="865238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BA19AC-9F0A-3AC4-9D17-F9559CE41203}"/>
              </a:ext>
            </a:extLst>
          </p:cNvPr>
          <p:cNvSpPr txBox="1"/>
          <p:nvPr/>
        </p:nvSpPr>
        <p:spPr>
          <a:xfrm>
            <a:off x="6066502" y="865238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B0298-0EFA-6475-7E92-A5DE3B78DA8D}"/>
              </a:ext>
            </a:extLst>
          </p:cNvPr>
          <p:cNvSpPr txBox="1"/>
          <p:nvPr/>
        </p:nvSpPr>
        <p:spPr>
          <a:xfrm>
            <a:off x="8264012" y="865237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6B368E-DBC7-4782-25B8-C6841D3AE8EE}"/>
              </a:ext>
            </a:extLst>
          </p:cNvPr>
          <p:cNvSpPr txBox="1"/>
          <p:nvPr/>
        </p:nvSpPr>
        <p:spPr>
          <a:xfrm>
            <a:off x="2807110" y="1779687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/>
              <a:t>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0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8EDBD-1691-3734-C3BD-CDDA47FE9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EADFB8-2BF7-83C3-5C2E-2D3980E9AAB0}"/>
              </a:ext>
            </a:extLst>
          </p:cNvPr>
          <p:cNvSpPr/>
          <p:nvPr/>
        </p:nvSpPr>
        <p:spPr>
          <a:xfrm>
            <a:off x="1317523" y="678426"/>
            <a:ext cx="9075174" cy="1012722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D3A30-0D16-B4B4-7E28-153C20BF5890}"/>
              </a:ext>
            </a:extLst>
          </p:cNvPr>
          <p:cNvSpPr txBox="1"/>
          <p:nvPr/>
        </p:nvSpPr>
        <p:spPr>
          <a:xfrm>
            <a:off x="1769807" y="865239"/>
            <a:ext cx="1455174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83E85B-C391-0EB3-6924-F9E5B0B4B9F2}"/>
              </a:ext>
            </a:extLst>
          </p:cNvPr>
          <p:cNvSpPr txBox="1"/>
          <p:nvPr/>
        </p:nvSpPr>
        <p:spPr>
          <a:xfrm>
            <a:off x="4031225" y="865238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1A6DF0-E041-57F2-B2BD-1E1C4FC5FABF}"/>
              </a:ext>
            </a:extLst>
          </p:cNvPr>
          <p:cNvSpPr txBox="1"/>
          <p:nvPr/>
        </p:nvSpPr>
        <p:spPr>
          <a:xfrm>
            <a:off x="6066502" y="865238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4B34F2-E123-4B99-9238-BA18749D28FE}"/>
              </a:ext>
            </a:extLst>
          </p:cNvPr>
          <p:cNvSpPr txBox="1"/>
          <p:nvPr/>
        </p:nvSpPr>
        <p:spPr>
          <a:xfrm>
            <a:off x="8264012" y="865237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AC5C1-D917-CD3E-7CF0-C5D0697D5725}"/>
              </a:ext>
            </a:extLst>
          </p:cNvPr>
          <p:cNvSpPr txBox="1"/>
          <p:nvPr/>
        </p:nvSpPr>
        <p:spPr>
          <a:xfrm>
            <a:off x="2993921" y="1779687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/>
              <a:t>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6903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E8FC-657D-8A77-770D-175416E79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CBFFD0-B3F4-BDF1-A182-84A37FF3D358}"/>
              </a:ext>
            </a:extLst>
          </p:cNvPr>
          <p:cNvSpPr/>
          <p:nvPr/>
        </p:nvSpPr>
        <p:spPr>
          <a:xfrm>
            <a:off x="1317523" y="678426"/>
            <a:ext cx="9075174" cy="1012722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0FC23-0E0A-0AC6-F2FD-645D0E6CD595}"/>
              </a:ext>
            </a:extLst>
          </p:cNvPr>
          <p:cNvSpPr txBox="1"/>
          <p:nvPr/>
        </p:nvSpPr>
        <p:spPr>
          <a:xfrm>
            <a:off x="1769807" y="865239"/>
            <a:ext cx="1455174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5727DB-EED8-3BED-17C8-4CD0769879E4}"/>
              </a:ext>
            </a:extLst>
          </p:cNvPr>
          <p:cNvSpPr txBox="1"/>
          <p:nvPr/>
        </p:nvSpPr>
        <p:spPr>
          <a:xfrm>
            <a:off x="4031225" y="865238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9932BF-E7A8-F1E8-C014-A4D5E7F9BAF2}"/>
              </a:ext>
            </a:extLst>
          </p:cNvPr>
          <p:cNvSpPr txBox="1"/>
          <p:nvPr/>
        </p:nvSpPr>
        <p:spPr>
          <a:xfrm>
            <a:off x="6066502" y="865238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solidFill>
                <a:schemeClr val="bg1"/>
              </a:solidFill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ED3B5B-8C0A-F0FC-4BFC-F3BCEA522675}"/>
              </a:ext>
            </a:extLst>
          </p:cNvPr>
          <p:cNvSpPr txBox="1"/>
          <p:nvPr/>
        </p:nvSpPr>
        <p:spPr>
          <a:xfrm>
            <a:off x="8264012" y="865237"/>
            <a:ext cx="1651819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r>
              <a:rPr lang="fa-IR" sz="3200" dirty="0">
                <a:latin typeface="A Thuluth" pitchFamily="2" charset="-78"/>
                <a:cs typeface="B Homa" panose="00000400000000000000" pitchFamily="2" charset="-78"/>
              </a:rPr>
              <a:t>داشتبورد</a:t>
            </a:r>
            <a:endParaRPr lang="en-US" sz="3200" dirty="0">
              <a:latin typeface="A Thuluth" pitchFamily="2" charset="-78"/>
              <a:cs typeface="B Homa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7223B-0DD5-0F94-290B-28C6E24BCF70}"/>
              </a:ext>
            </a:extLst>
          </p:cNvPr>
          <p:cNvSpPr txBox="1"/>
          <p:nvPr/>
        </p:nvSpPr>
        <p:spPr>
          <a:xfrm>
            <a:off x="2993921" y="1858293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/>
              <a:t>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داشتبور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312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 Thuluth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frmandh chiriki</dc:creator>
  <cp:lastModifiedBy>frmandh chiriki</cp:lastModifiedBy>
  <cp:revision>1</cp:revision>
  <dcterms:created xsi:type="dcterms:W3CDTF">2025-08-17T07:23:56Z</dcterms:created>
  <dcterms:modified xsi:type="dcterms:W3CDTF">2025-08-17T07:23:57Z</dcterms:modified>
</cp:coreProperties>
</file>